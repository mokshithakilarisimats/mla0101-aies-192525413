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0CF26-A4BF-47BD-AF1B-A1EB5DE94467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DC83E-0C9C-4D87-BDCD-1BF1B9A42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7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</a:p>
          <a:p>
            <a:r>
              <a:rPr lang="en-US" dirty="0"/>
              <a:t>Today we are going to present our project titled </a:t>
            </a:r>
            <a:r>
              <a:rPr lang="en-US" b="1" dirty="0"/>
              <a:t>AI-Enhanced Voice Recognition System for Arduino LED Control</a:t>
            </a:r>
            <a:r>
              <a:rPr lang="en-US" dirty="0"/>
              <a:t>.</a:t>
            </a:r>
          </a:p>
          <a:p>
            <a:r>
              <a:rPr lang="en-US" dirty="0"/>
              <a:t>This project combines </a:t>
            </a:r>
            <a:r>
              <a:rPr lang="en-US" b="1" dirty="0"/>
              <a:t>Artificial Intelligence, voice recognition, Bluetooth and Arduino</a:t>
            </a:r>
            <a:r>
              <a:rPr lang="en-US" dirty="0"/>
              <a:t> to control LEDs using voice </a:t>
            </a:r>
            <a:r>
              <a:rPr lang="en-US"/>
              <a:t>commands.</a:t>
            </a:r>
          </a:p>
          <a:p>
            <a:r>
              <a:rPr lang="en-US"/>
              <a:t> </a:t>
            </a:r>
            <a:r>
              <a:rPr lang="en-US" dirty="0"/>
              <a:t>Voice-controlled technology is becoming increasingly useful in smart home automation.</a:t>
            </a:r>
          </a:p>
          <a:p>
            <a:r>
              <a:rPr lang="en-US" dirty="0"/>
              <a:t>Our project combines </a:t>
            </a:r>
            <a:r>
              <a:rPr lang="en-US" b="1" dirty="0"/>
              <a:t>AI voice recognition with Arduino Uno</a:t>
            </a:r>
            <a:r>
              <a:rPr lang="en-US" dirty="0"/>
              <a:t>.</a:t>
            </a:r>
          </a:p>
          <a:p>
            <a:r>
              <a:rPr lang="en-US" dirty="0"/>
              <a:t>The user gives a voice command through a microphone or smartphone.</a:t>
            </a:r>
          </a:p>
          <a:p>
            <a:r>
              <a:rPr lang="en-US" dirty="0"/>
              <a:t>The AI system recognizes the command and sends it to Arduino through Bluetooth.</a:t>
            </a:r>
          </a:p>
          <a:p>
            <a:r>
              <a:rPr lang="en-US" dirty="0"/>
              <a:t>Based on the command, Arduino controls the </a:t>
            </a:r>
            <a:r>
              <a:rPr lang="en-US" b="1" dirty="0"/>
              <a:t>Red, Green and Blue LEDs</a:t>
            </a:r>
            <a:r>
              <a:rPr lang="en-US" dirty="0"/>
              <a:t>.</a:t>
            </a:r>
          </a:p>
          <a:p>
            <a:r>
              <a:rPr lang="en-US" dirty="0"/>
              <a:t>So basically, we can control the LEDs without manually pressing a switch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DC83E-0C9C-4D87-BDCD-1BF1B9A424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8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3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9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5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3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46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7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7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30F92-0768-42EA-88E5-4160525CE20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3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F974F2-E1D1-38BB-8137-084ADF3DF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8603" y="2151534"/>
            <a:ext cx="10642849" cy="1549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3733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AI-Enhanced Voice Recognition System for Arduino LED Control</a:t>
            </a:r>
            <a:br>
              <a:rPr lang="en-US" sz="3733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br>
            <a:endParaRPr lang="en-IN" sz="3733" dirty="0">
              <a:solidFill>
                <a:srgbClr val="000000"/>
              </a:solidFill>
            </a:endParaRP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E5479D83-4D7A-BAE7-EF74-DF0E308F3EB2}"/>
              </a:ext>
            </a:extLst>
          </p:cNvPr>
          <p:cNvSpPr txBox="1"/>
          <p:nvPr/>
        </p:nvSpPr>
        <p:spPr>
          <a:xfrm>
            <a:off x="774576" y="4926793"/>
            <a:ext cx="3632825" cy="1442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86821" lvl="1">
              <a:spcBef>
                <a:spcPts val="733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Supervisor:</a:t>
            </a:r>
          </a:p>
          <a:p>
            <a:pPr marL="486821" lvl="1">
              <a:spcBef>
                <a:spcPts val="733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 P. Subramanian</a:t>
            </a:r>
          </a:p>
          <a:p>
            <a:pPr marL="486821" lvl="1">
              <a:spcBef>
                <a:spcPts val="733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Dept. of CSE</a:t>
            </a:r>
            <a:r>
              <a:rPr lang="en-US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		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D4815AB-2E5B-7384-70EB-40F830598782}"/>
              </a:ext>
            </a:extLst>
          </p:cNvPr>
          <p:cNvSpPr txBox="1"/>
          <p:nvPr/>
        </p:nvSpPr>
        <p:spPr>
          <a:xfrm>
            <a:off x="6933960" y="4746972"/>
            <a:ext cx="4923744" cy="21110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86821" lvl="1">
              <a:spcBef>
                <a:spcPts val="733"/>
              </a:spcBef>
            </a:pPr>
            <a:r>
              <a:rPr lang="en-IN" sz="24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Mokshitha Kilari(192525413)</a:t>
            </a:r>
          </a:p>
          <a:p>
            <a:pPr marL="486821" lvl="1">
              <a:spcBef>
                <a:spcPts val="733"/>
              </a:spcBef>
            </a:pPr>
            <a:r>
              <a:rPr lang="en-IN" sz="2400" dirty="0" err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Chandana</a:t>
            </a:r>
            <a:r>
              <a:rPr lang="en-IN" sz="24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K(192525363)</a:t>
            </a:r>
          </a:p>
          <a:p>
            <a:pPr marL="486821" lvl="1">
              <a:spcBef>
                <a:spcPts val="733"/>
              </a:spcBef>
            </a:pPr>
            <a:r>
              <a:rPr lang="en-IN" sz="2400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Juhi Surin(192525148)</a:t>
            </a:r>
            <a:endParaRPr lang="en-US" sz="2400" dirty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24FA9A4-F965-F98E-1F30-5CF56C5113C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49175" y="244142"/>
            <a:ext cx="9161707" cy="124360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A55551-52D3-E885-C266-52E80A8C743A}"/>
              </a:ext>
            </a:extLst>
          </p:cNvPr>
          <p:cNvSpPr txBox="1"/>
          <p:nvPr/>
        </p:nvSpPr>
        <p:spPr>
          <a:xfrm>
            <a:off x="1868615" y="3585220"/>
            <a:ext cx="8930564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MLA0101- Artificial intelligence And Expert Systems </a:t>
            </a:r>
            <a:endParaRPr lang="en-US" sz="266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98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8480" y="1599292"/>
            <a:ext cx="1081532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TVoice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-controlled technology is becoming increasingly useful in smart home automation.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project combines AI voice recognition with Arduino Uno.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speaks a command through a microphone or smartphone.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system recognizes the command.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transmitted to Arduino through Bluetooth.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controls the Red, Green and Blue LEDs based on the command. 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781AEEE-36C6-4876-4DD8-E43CAE52A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371596D5-C645-7F5E-918A-542E1D654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8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39140" y="986631"/>
            <a:ext cx="1071372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LED systems require manual switches for operation.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is inconvenient for some users.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systems do not provide intelligent voice interaction.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 and affordable voice-controlled automation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AI-based voice recognition to control LEDs through spoken commands. </a:t>
            </a: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0352946-6319-2FEF-49DD-B52991FA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C7F6BAA3-EF0A-0944-DCD1-7B9775DC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9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7628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voice-controlled LED system using AI.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spoken commands accurately.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transmit commands wirelessly to Arduino.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LEDs in real time.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hands-free and user-friendly system.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low-cost solution that can be extended to other smart devices. 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29F721D-0B25-97C1-1056-C697AF1F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D332A361-57A4-67C4-735B-A5973D4B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1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036896-CD9D-C16F-5BD4-89B2ED53F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8" y="0"/>
            <a:ext cx="11991372" cy="6858000"/>
          </a:xfrm>
          <a:prstGeom prst="rect">
            <a:avLst/>
          </a:prstGeom>
        </p:spPr>
      </p:pic>
      <p:pic>
        <p:nvPicPr>
          <p:cNvPr id="6" name="Picture 5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1504947-D801-EF61-93ED-C9D474344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6E545449-FCF1-C3EC-AB51-864C4EA8B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5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45B5-DFD5-C670-EBAE-D39E25EB05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81241" y="209174"/>
            <a:ext cx="4785783" cy="1098549"/>
          </a:xfrm>
          <a:prstGeom prst="rect">
            <a:avLst/>
          </a:prstGeom>
        </p:spPr>
        <p:txBody>
          <a:bodyPr/>
          <a:lstStyle/>
          <a:p>
            <a:r>
              <a:rPr lang="en-IN" sz="4267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819A9-6660-488B-035D-946CFD89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801753" y="3811053"/>
            <a:ext cx="2184263" cy="2184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1A258F-6AF9-B854-2746-9C5363E2BD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09" y="3874483"/>
            <a:ext cx="2743200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026D24-4B9B-7286-35B5-5C5726935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86" y="3839081"/>
            <a:ext cx="2407741" cy="2171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BAAD0C-ACF4-B09D-0ADB-7DC6295DAA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433" y="1041718"/>
            <a:ext cx="2083583" cy="2083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8A8139-ECD1-BBEB-6E29-359BC5D4B6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230" y="1060231"/>
            <a:ext cx="2083583" cy="2132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F88848-AC40-21F0-D59E-D1AEF6C0F4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28" y="1041720"/>
            <a:ext cx="2083581" cy="2083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D2894C-1C29-F7BC-E9FC-2A556C6A75DE}"/>
              </a:ext>
            </a:extLst>
          </p:cNvPr>
          <p:cNvSpPr txBox="1"/>
          <p:nvPr/>
        </p:nvSpPr>
        <p:spPr>
          <a:xfrm>
            <a:off x="1713333" y="2773613"/>
            <a:ext cx="21189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9A6BE-9027-431D-C350-891D8A7EA171}"/>
              </a:ext>
            </a:extLst>
          </p:cNvPr>
          <p:cNvSpPr txBox="1"/>
          <p:nvPr/>
        </p:nvSpPr>
        <p:spPr>
          <a:xfrm>
            <a:off x="4617743" y="2921145"/>
            <a:ext cx="352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 (Light Emitting Diodes)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14A6C8-08F5-3408-4823-837F93E9DF3A}"/>
              </a:ext>
            </a:extLst>
          </p:cNvPr>
          <p:cNvSpPr txBox="1"/>
          <p:nvPr/>
        </p:nvSpPr>
        <p:spPr>
          <a:xfrm>
            <a:off x="9713359" y="3108259"/>
            <a:ext cx="3024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AAAB8-77A3-B6E6-FB49-1563BFE09851}"/>
              </a:ext>
            </a:extLst>
          </p:cNvPr>
          <p:cNvSpPr txBox="1"/>
          <p:nvPr/>
        </p:nvSpPr>
        <p:spPr>
          <a:xfrm>
            <a:off x="1442028" y="5969743"/>
            <a:ext cx="2083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BCD174-D30C-CE98-18FB-6A77234D5D1D}"/>
              </a:ext>
            </a:extLst>
          </p:cNvPr>
          <p:cNvSpPr txBox="1"/>
          <p:nvPr/>
        </p:nvSpPr>
        <p:spPr>
          <a:xfrm>
            <a:off x="5332913" y="5921161"/>
            <a:ext cx="24077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F66E57-4D29-FE3C-1C54-BAD35C162FA4}"/>
              </a:ext>
            </a:extLst>
          </p:cNvPr>
          <p:cNvSpPr txBox="1"/>
          <p:nvPr/>
        </p:nvSpPr>
        <p:spPr>
          <a:xfrm>
            <a:off x="8583542" y="5931883"/>
            <a:ext cx="924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Bluetooth module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B7039D6E-F0F8-E6F4-C758-D79C5289BE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9" name="Picture 8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D4BB1CAE-AE24-1D45-D6B0-FC1F372F2F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16608"/>
              </p:ext>
            </p:extLst>
          </p:nvPr>
        </p:nvGraphicFramePr>
        <p:xfrm>
          <a:off x="909320" y="2406174"/>
          <a:ext cx="10515600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59057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998067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Voice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Arduino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33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Turn ON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717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Turn OFF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LED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595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Red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19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Green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Green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91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Blue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270284"/>
                  </a:ext>
                </a:extLst>
              </a:tr>
            </a:tbl>
          </a:graphicData>
        </a:graphic>
      </p:graphicFrame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79FA4A7B-C1E8-B50E-D9AD-D86102B53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9AEF344B-669A-17EF-98A8-0D932E7E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9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19735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VOICE RECOGNITION &amp; AI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human speech into a recognizable command.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speaks a voice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Microphone/smartphone captures the voice.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processes the input.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identifies the intended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recognized command is prepared for transmission.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“Turn ON LED” → AI recognizes LED_ON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FF61E606-D150-783C-663C-20702EBE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0FF24DB9-9057-3037-8980-789C4497C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1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WIRELESS COMMAND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the recognized command from the AI system to Arduino.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generates the recognized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sent to the Bluetooth HC-05 module.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transmits the command wirelessly.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the command through its communication interface.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Smartphone / PC →  Bluetooth HC-05 → Arduino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AA39C23-A040-0391-9A4A-E9F7D3EA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122C1734-1922-1901-9A91-BA23AE290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4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ARDUINO LED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received command and control the LEDs.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the Bluetooth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compared with predefined actions.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activates the required GPIO pin.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LED turns ON/OFF.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displayed through the LED.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LED_ON → Arduino → GPIO HIGH →  LED 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9F64AFF-6FAE-7904-703A-0AB38C6C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7B24FB25-7C30-4012-45E0-6E41F081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8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A1D7D-8179-ED2F-86BD-0951E410EDC5}"/>
              </a:ext>
            </a:extLst>
          </p:cNvPr>
          <p:cNvSpPr txBox="1"/>
          <p:nvPr/>
        </p:nvSpPr>
        <p:spPr>
          <a:xfrm>
            <a:off x="436859" y="1607231"/>
            <a:ext cx="75165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Control: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Arduino-connected LED operated through voice commands.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Recognition: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Commands like 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“turn on”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“turn off”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detected correctly.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Minimal delay in execution.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Quiet Environment: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High reliability and quick response.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Moderate noise slightly reduced accuracy.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Outcome: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AI integration improved efficiency and user-friendliness of voice-based hardware control.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CF784-9FA7-8A37-7796-EC9078AB64B3}"/>
              </a:ext>
            </a:extLst>
          </p:cNvPr>
          <p:cNvSpPr txBox="1"/>
          <p:nvPr/>
        </p:nvSpPr>
        <p:spPr>
          <a:xfrm>
            <a:off x="838200" y="430915"/>
            <a:ext cx="9239075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0A70C-9F4E-58D6-CD0E-F1F5071586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05" y="1911226"/>
            <a:ext cx="4391937" cy="3916327"/>
          </a:xfrm>
          <a:prstGeom prst="rect">
            <a:avLst/>
          </a:prstGeom>
        </p:spPr>
      </p:pic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87BBBB7-8BAB-9BCB-6F81-6E5C96C7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33AF5FB7-ADE5-3D56-15D0-2C8203164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2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F118-9622-E89F-5267-1CCC5131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9454D1-F320-33C1-383A-7EE31FF6AB04}"/>
              </a:ext>
            </a:extLst>
          </p:cNvPr>
          <p:cNvSpPr txBox="1"/>
          <p:nvPr/>
        </p:nvSpPr>
        <p:spPr>
          <a:xfrm>
            <a:off x="838200" y="380806"/>
            <a:ext cx="9239075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465B298D-93E6-4C33-0C9B-72A51EBE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AABB608-BE4E-4A97-86C9-92B5472E0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63CDD9-C029-94AB-9FB7-359627D19A0C}"/>
              </a:ext>
            </a:extLst>
          </p:cNvPr>
          <p:cNvSpPr txBox="1"/>
          <p:nvPr/>
        </p:nvSpPr>
        <p:spPr>
          <a:xfrm>
            <a:off x="838199" y="1337186"/>
            <a:ext cx="102971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operation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LEDs can be controlled using voice commands without physical switches.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Simple voice commands make the system easy to operate.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provides real-time control with minimal delay.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control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Commands are transmitted to Arduino through the HC-05 Bluetooth module.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solution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affordable components such as Arduino Uno, LEDs, resistors, and Bluetooth.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Expandable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same concept can be extended to control other smart devices.</a:t>
            </a:r>
          </a:p>
        </p:txBody>
      </p:sp>
    </p:spTree>
    <p:extLst>
      <p:ext uri="{BB962C8B-B14F-4D97-AF65-F5344CB8AC3E}">
        <p14:creationId xmlns:p14="http://schemas.microsoft.com/office/powerpoint/2010/main" val="388983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83F6-E354-B373-9CFE-7D66C2DE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6917B5-2122-1F34-0AB7-8651ED3C8BCA}"/>
              </a:ext>
            </a:extLst>
          </p:cNvPr>
          <p:cNvSpPr txBox="1"/>
          <p:nvPr/>
        </p:nvSpPr>
        <p:spPr>
          <a:xfrm>
            <a:off x="937892" y="351309"/>
            <a:ext cx="9239075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CD730F3D-C787-3C7B-8AB8-F5E2B90E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F4302A2-A28C-13D0-2BAB-C208D9B33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F207B0-7B20-E500-A11B-C62DA2214834}"/>
              </a:ext>
            </a:extLst>
          </p:cNvPr>
          <p:cNvSpPr txBox="1"/>
          <p:nvPr/>
        </p:nvSpPr>
        <p:spPr>
          <a:xfrm>
            <a:off x="937892" y="1659285"/>
            <a:ext cx="102078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automation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Voice-controlled lights and appliances.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technology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people who have difficulty operating physical switches.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lighting systems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Voice control of different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projects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Demonstrates the integration of AI, voice recognition, Bluetooth, and Arduino.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projects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 serve as a basic platform for controlling other electronic devices.</a:t>
            </a:r>
          </a:p>
        </p:txBody>
      </p:sp>
    </p:spTree>
    <p:extLst>
      <p:ext uri="{BB962C8B-B14F-4D97-AF65-F5344CB8AC3E}">
        <p14:creationId xmlns:p14="http://schemas.microsoft.com/office/powerpoint/2010/main" val="104219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9534-84AF-18D8-8A28-A38E980B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18C2A1-E563-CACF-C871-A38D4A3CCA53}"/>
              </a:ext>
            </a:extLst>
          </p:cNvPr>
          <p:cNvSpPr txBox="1"/>
          <p:nvPr/>
        </p:nvSpPr>
        <p:spPr>
          <a:xfrm>
            <a:off x="918227" y="420134"/>
            <a:ext cx="9239075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782E4CC6-A40F-828B-D6D3-EED49E90C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683C250A-B009-0F15-A49E-475A0AD4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DC0AB8-BF07-3849-5B65-52A39159E4A7}"/>
              </a:ext>
            </a:extLst>
          </p:cNvPr>
          <p:cNvSpPr txBox="1"/>
          <p:nvPr/>
        </p:nvSpPr>
        <p:spPr>
          <a:xfrm>
            <a:off x="987433" y="1546835"/>
            <a:ext cx="102171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multiple appliances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fans, lights, and other home devices.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voice recognition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dependence on internet connectivity.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controlling devices remotely through the internet.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noise handling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accurate recognition in noisy environments.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intelligent commands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controlling brightness,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multiple devices.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voice-controlled mobility or other accessibility systems.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advanced AI/ML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speech recognition and command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5406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title" idx="4294967295"/>
          </p:nvPr>
        </p:nvSpPr>
        <p:spPr>
          <a:xfrm>
            <a:off x="3205911" y="343599"/>
            <a:ext cx="6311900" cy="1092200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4267" b="1" dirty="0">
                <a:solidFill>
                  <a:schemeClr val="lt1"/>
                </a:solidFill>
                <a:latin typeface="Times New Roman" panose="02020603050405020304" pitchFamily="18" charset="0"/>
                <a:ea typeface="Sora"/>
                <a:cs typeface="Times New Roman" panose="02020603050405020304" pitchFamily="18" charset="0"/>
              </a:rPr>
              <a:t>CONCLUSIONS</a:t>
            </a:r>
            <a:endParaRPr lang="fr-FR" sz="4267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CF199-4F53-6460-6A8F-4CCFC458FB61}"/>
              </a:ext>
            </a:extLst>
          </p:cNvPr>
          <p:cNvSpPr txBox="1"/>
          <p:nvPr/>
        </p:nvSpPr>
        <p:spPr>
          <a:xfrm>
            <a:off x="227254" y="1759348"/>
            <a:ext cx="7416581" cy="448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AI-Enhanced Voice Recognition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enables real-time device control using speech.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+ Bluetooth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integration provides a simple and effective setup.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Hands-free, fast, and convenient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operation of LED lights.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physical switches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homes, automation projects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mobility assistance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an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practical path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home automation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IN" sz="2133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066EE-0981-E6F4-58A5-4FE067DD0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025" y="1879609"/>
            <a:ext cx="4120724" cy="38221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03543"/>
            <a:ext cx="6939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5F480239-55A8-C887-B850-9CC8DB96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8" name="Picture 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4ECF155E-C3A1-DC21-548F-DD73DDF23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5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6761" y="1457271"/>
            <a:ext cx="1038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Parth, Nikhil Gupta, and Sachin Gajjar. "Real time voice recognition system using tiny ml 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33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2025 IEEE International Symposium on Smart Electronic Systems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IEEE, 2025.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Rahaman, T. U., Dutta, K., &amp; Kar, S. (2026, April). AI-Powered Offline Home Automation Framework Using Arduino and Local Voice Recognition. In 2026 International Conference on Emerging Research in Smart Electronics and Machine Informatics (ECMI) (pp. 1-10). IEEE.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Ramya, R. S. (2026). AI-Assisted Voice Controlled Prosthetic Arm using High-Performance Embedded Microcontroller. International Journal of Engineering &amp; Extended Technologies Research (IJEETR), 8(2), 3587-3593.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Hariri, M. (2025). LED Control System Using Arduino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Wemos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D1 R1 Based on Web Server Communication Via Internet of Things (IoT). Formosa Journal of Science and Technology.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P., Gupta, N., &amp; Gajjar, S. (2024, December). Real time voice recognition system using tiny ml 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33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2024 IEEE International Symposium on Smart Electronic Systems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(pp. 385-388). IEEE.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C17CBD03-8E5B-3102-6822-1E27DB80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0" y="168685"/>
            <a:ext cx="714100" cy="859221"/>
          </a:xfrm>
          <a:prstGeom prst="rect">
            <a:avLst/>
          </a:prstGeom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F645ACF6-A507-9A45-05A8-A8CC688DE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61" y="180314"/>
            <a:ext cx="808503" cy="74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9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