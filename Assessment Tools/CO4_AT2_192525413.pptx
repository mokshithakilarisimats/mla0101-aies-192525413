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ARTIFICIAL INTELLIGENCE &amp; EXPERT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985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F5F8FC"/>
                </a:solidFill>
                <a:latin typeface="Aptos"/>
              </a:rPr>
              <a:t>CYBERSECURITY
THREAT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C"/>
                </a:solidFill>
                <a:latin typeface="Aptos"/>
              </a:rPr>
              <a:t>A Prolog-Based Expert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86200"/>
            <a:ext cx="2926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 smtClean="0">
                <a:solidFill>
                  <a:srgbClr val="3AD3FF"/>
                </a:solidFill>
                <a:latin typeface="Aptos"/>
              </a:rPr>
              <a:t>CO</a:t>
            </a:r>
            <a:r>
              <a:rPr lang="en-IN" sz="1100" b="1" dirty="0" smtClean="0">
                <a:solidFill>
                  <a:srgbClr val="3AD3FF"/>
                </a:solidFill>
                <a:latin typeface="Aptos"/>
              </a:rPr>
              <a:t>4</a:t>
            </a:r>
            <a:r>
              <a:rPr sz="1100" b="1" dirty="0" smtClean="0">
                <a:solidFill>
                  <a:srgbClr val="3AD3FF"/>
                </a:solidFill>
                <a:latin typeface="Aptos"/>
              </a:rPr>
              <a:t> </a:t>
            </a:r>
            <a:r>
              <a:rPr sz="1100" b="1" dirty="0">
                <a:solidFill>
                  <a:srgbClr val="3AD3FF"/>
                </a:solidFill>
                <a:latin typeface="Aptos"/>
              </a:rPr>
              <a:t>– ASSESSMENT TOOL </a:t>
            </a:r>
            <a:r>
              <a:rPr lang="en-IN" sz="1100" b="1" dirty="0" smtClean="0">
                <a:solidFill>
                  <a:srgbClr val="3AD3FF"/>
                </a:solidFill>
                <a:latin typeface="Aptos"/>
              </a:rPr>
              <a:t>3</a:t>
            </a:r>
            <a:endParaRPr sz="1100" b="1" dirty="0">
              <a:solidFill>
                <a:srgbClr val="3AD3FF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42793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F8FC"/>
                </a:solidFill>
                <a:latin typeface="Aptos"/>
              </a:rPr>
              <a:t>Mokshitha Kilari  •  192525413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7365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2DC9C"/>
                </a:solidFill>
                <a:latin typeface="Aptos"/>
              </a:rPr>
              <a:t>SWI-Prolog</a:t>
            </a:r>
          </a:p>
        </p:txBody>
      </p:sp>
      <p:sp>
        <p:nvSpPr>
          <p:cNvPr id="11" name="Oval 10"/>
          <p:cNvSpPr/>
          <p:nvPr/>
        </p:nvSpPr>
        <p:spPr>
          <a:xfrm>
            <a:off x="9784080" y="822960"/>
            <a:ext cx="914400" cy="914400"/>
          </a:xfrm>
          <a:prstGeom prst="ellipse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07040" y="1554480"/>
            <a:ext cx="411480" cy="411480"/>
          </a:xfrm>
          <a:prstGeom prst="ellipse">
            <a:avLst/>
          </a:prstGeom>
          <a:solidFill>
            <a:srgbClr val="917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235440" y="1600200"/>
            <a:ext cx="274320" cy="274320"/>
          </a:xfrm>
          <a:prstGeom prst="ellipse">
            <a:avLst/>
          </a:prstGeom>
          <a:solidFill>
            <a:srgbClr val="52D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01 /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Why cybersecurity threat diagnosis?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C"/>
                </a:solidFill>
                <a:latin typeface="Aptos"/>
              </a:rPr>
              <a:t>Turning observable security events into consistent, explainable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C"/>
                </a:solidFill>
                <a:latin typeface="Aptos"/>
              </a:rPr>
              <a:t>CO5 • AT1   |   MOKSHITHA KILARI   | 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2011680"/>
          </a:xfrm>
          <a:prstGeom prst="roundRect">
            <a:avLst/>
          </a:prstGeom>
          <a:solidFill>
            <a:srgbClr val="0F1D37"/>
          </a:solidFill>
          <a:ln>
            <a:solidFill>
              <a:srgbClr val="1E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48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78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ALERT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089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6B5CC"/>
                </a:solidFill>
                <a:latin typeface="Aptos"/>
              </a:rPr>
              <a:t>Security teams receive many events that require rapid triage.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74519"/>
            <a:ext cx="3429000" cy="2011680"/>
          </a:xfrm>
          <a:prstGeom prst="roundRect">
            <a:avLst/>
          </a:prstGeom>
          <a:solidFill>
            <a:srgbClr val="0F1D37"/>
          </a:solidFill>
          <a:ln>
            <a:solidFill>
              <a:srgbClr val="1E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2148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D3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578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PATTERN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1089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6B5CC"/>
                </a:solidFill>
                <a:latin typeface="Aptos"/>
              </a:rPr>
              <a:t>Multiple indicators must be combined before assigning a threat.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74519"/>
            <a:ext cx="3429000" cy="2011680"/>
          </a:xfrm>
          <a:prstGeom prst="roundRect">
            <a:avLst/>
          </a:prstGeom>
          <a:solidFill>
            <a:srgbClr val="0F1D37"/>
          </a:solidFill>
          <a:ln>
            <a:solidFill>
              <a:srgbClr val="1E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21488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D3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5786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CONSISTENT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108960"/>
            <a:ext cx="2788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A6B5CC"/>
                </a:solidFill>
                <a:latin typeface="Aptos"/>
              </a:rPr>
              <a:t>Rules connect detected threats to defensive 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51960"/>
            <a:ext cx="10972800" cy="1051560"/>
          </a:xfrm>
          <a:prstGeom prst="roundRect">
            <a:avLst/>
          </a:prstGeom>
          <a:solidFill>
            <a:srgbClr val="0F1D37"/>
          </a:solidFill>
          <a:ln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171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425696"/>
            <a:ext cx="9052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Develop a Prolog expert system that diagnoses cybersecurity threats using production rules, forward chaining and backward chaining.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02 /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From event → evidence →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C"/>
                </a:solidFill>
                <a:latin typeface="Aptos"/>
              </a:rPr>
              <a:t>A layered architecture keeps knowledge, reasoning and response transparent.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C"/>
                </a:solidFill>
                <a:latin typeface="Aptos"/>
              </a:rPr>
              <a:t>CO5 • AT1   |   MOKSHITHA KILARI   | 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65960"/>
            <a:ext cx="2029968" cy="2514600"/>
          </a:xfrm>
          <a:prstGeom prst="roundRect">
            <a:avLst/>
          </a:prstGeom>
          <a:solidFill>
            <a:srgbClr val="0F1D37"/>
          </a:solidFill>
          <a:ln>
            <a:solidFill>
              <a:srgbClr val="1E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6072" y="21945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AD3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587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SECURITY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20040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6B5CC"/>
                </a:solidFill>
                <a:latin typeface="Aptos"/>
              </a:rPr>
              <a:t>Failed logins
Unusual location
Privilege escalation
Suspicious files
Abnormal traffic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965960"/>
            <a:ext cx="2029968" cy="2514600"/>
          </a:xfrm>
          <a:prstGeom prst="roundRect">
            <a:avLst/>
          </a:prstGeom>
          <a:solidFill>
            <a:srgbClr val="0F1D37"/>
          </a:solidFill>
          <a:ln>
            <a:solidFill>
              <a:srgbClr val="1E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35224" y="21945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AD3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587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320040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6B5CC"/>
                </a:solidFill>
                <a:latin typeface="Aptos"/>
              </a:rPr>
              <a:t>Facts
Production rules
Threat 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1965960"/>
            <a:ext cx="2029968" cy="2514600"/>
          </a:xfrm>
          <a:prstGeom prst="roundRect">
            <a:avLst/>
          </a:prstGeom>
          <a:solidFill>
            <a:srgbClr val="0F1D37"/>
          </a:solidFill>
          <a:ln>
            <a:solidFill>
              <a:srgbClr val="1E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94376" y="21945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AD3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587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INFERENCE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320040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6B5CC"/>
                </a:solidFill>
                <a:latin typeface="Aptos"/>
              </a:rPr>
              <a:t>Forward chaining
Backward chaining
Unification + backtracking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87184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1965960"/>
            <a:ext cx="2029968" cy="2514600"/>
          </a:xfrm>
          <a:prstGeom prst="roundRect">
            <a:avLst/>
          </a:prstGeom>
          <a:solidFill>
            <a:srgbClr val="0F1D37"/>
          </a:solidFill>
          <a:ln>
            <a:solidFill>
              <a:srgbClr val="1E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53527" y="21945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AD3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2587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DIAGNOSIS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7" y="320040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6B5CC"/>
                </a:solidFill>
                <a:latin typeface="Aptos"/>
              </a:rPr>
              <a:t>Credential attack
Account compromise
Network intrusion
High-priority incident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46336" y="3063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8" y="1965960"/>
            <a:ext cx="2029968" cy="2514600"/>
          </a:xfrm>
          <a:prstGeom prst="roundRect">
            <a:avLst/>
          </a:prstGeom>
          <a:solidFill>
            <a:srgbClr val="0F1D37"/>
          </a:solidFill>
          <a:ln>
            <a:solidFill>
              <a:srgbClr val="1E3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12680" y="21945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AD3FF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258775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200400"/>
            <a:ext cx="16459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6B5CC"/>
                </a:solidFill>
                <a:latin typeface="Aptos"/>
              </a:rPr>
              <a:t>Reset MFA
Contain account
Isolate endpoint
Escalate to SOC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03 /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Production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C"/>
                </a:solidFill>
                <a:latin typeface="Aptos"/>
              </a:rPr>
              <a:t>Observable indicators are converted into interpretable conclusions.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C"/>
                </a:solidFill>
                <a:latin typeface="Aptos"/>
              </a:rPr>
              <a:t>CO5 • AT1   |   MOKSHITHA KILARI   | 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585216"/>
          </a:xfrm>
          <a:prstGeom prst="roundRect">
            <a:avLst/>
          </a:prstGeom>
          <a:solidFill>
            <a:srgbClr val="0F1D37"/>
          </a:solidFill>
          <a:ln>
            <a:solidFill>
              <a:srgbClr val="1C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C"/>
                </a:solidFill>
                <a:latin typeface="Aptos"/>
              </a:rPr>
              <a:t>Failed logins + unusual 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92024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DC9C"/>
                </a:solidFill>
                <a:latin typeface="Aptos"/>
              </a:rPr>
              <a:t>CREDENTIAL ATTACK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532888"/>
            <a:ext cx="10927080" cy="585216"/>
          </a:xfrm>
          <a:prstGeom prst="roundRect">
            <a:avLst/>
          </a:prstGeom>
          <a:solidFill>
            <a:srgbClr val="0F1D37"/>
          </a:solidFill>
          <a:ln>
            <a:solidFill>
              <a:srgbClr val="1C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70048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C"/>
                </a:solidFill>
                <a:latin typeface="Aptos"/>
              </a:rPr>
              <a:t>Unusual location + privilege escalation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517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67004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DC9C"/>
                </a:solidFill>
                <a:latin typeface="Aptos"/>
              </a:rPr>
              <a:t>ACCOUNT COMPROMISE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82696"/>
            <a:ext cx="10927080" cy="585216"/>
          </a:xfrm>
          <a:prstGeom prst="roundRect">
            <a:avLst/>
          </a:prstGeom>
          <a:solidFill>
            <a:srgbClr val="0F1D37"/>
          </a:solidFill>
          <a:ln>
            <a:solidFill>
              <a:srgbClr val="1C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447288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19856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C"/>
                </a:solidFill>
                <a:latin typeface="Aptos"/>
              </a:rPr>
              <a:t>Suspicious file access + unusual 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015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4198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DC9C"/>
                </a:solidFill>
                <a:latin typeface="Aptos"/>
              </a:rPr>
              <a:t>UNAUTHORIZED FILE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32504"/>
            <a:ext cx="10927080" cy="585216"/>
          </a:xfrm>
          <a:prstGeom prst="roundRect">
            <a:avLst/>
          </a:prstGeom>
          <a:solidFill>
            <a:srgbClr val="0F1D37"/>
          </a:solidFill>
          <a:ln>
            <a:solidFill>
              <a:srgbClr val="1C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197096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R4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69664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C"/>
                </a:solidFill>
                <a:latin typeface="Aptos"/>
              </a:rPr>
              <a:t>Abnormal traffic + suspicious file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15137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16966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DC9C"/>
                </a:solidFill>
                <a:latin typeface="Aptos"/>
              </a:rPr>
              <a:t>NETWORK INTRUSION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782312"/>
            <a:ext cx="10927080" cy="585216"/>
          </a:xfrm>
          <a:prstGeom prst="roundRect">
            <a:avLst/>
          </a:prstGeom>
          <a:solidFill>
            <a:srgbClr val="0F1D37"/>
          </a:solidFill>
          <a:ln>
            <a:solidFill>
              <a:srgbClr val="1C33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4946903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R5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919472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F5F8FC"/>
                </a:solidFill>
                <a:latin typeface="Aptos"/>
              </a:rPr>
              <a:t>Account compromise + network intrusion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01183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3AD3FF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91947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2DC9C"/>
                </a:solidFill>
                <a:latin typeface="Aptos"/>
              </a:rPr>
              <a:t>HIGH-PRIORITY INCIDENT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6B5CC"/>
                </a:solidFill>
                <a:latin typeface="Aptos"/>
              </a:rPr>
              <a:t>Response mapping: Credential Attack → Reset MFA  |  Account Compromise → Contain Account  |  Network Intrusion → Isolate Endpoint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04 /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Prolog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C"/>
                </a:solidFill>
                <a:latin typeface="Aptos"/>
              </a:rPr>
              <a:t>Facts + rules form an executable knowledge base in SWI-Prolog.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C"/>
                </a:solidFill>
                <a:latin typeface="Aptos"/>
              </a:rPr>
              <a:t>CO5 • AT1   |   MOKSHITHA KILARI   | 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6766560" cy="3749039"/>
          </a:xfrm>
          <a:prstGeom prst="roundRect">
            <a:avLst/>
          </a:prstGeom>
          <a:solidFill>
            <a:srgbClr val="0A1427"/>
          </a:solidFill>
          <a:ln>
            <a:solidFill>
              <a:srgbClr val="203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3AD3FF"/>
                </a:solidFill>
                <a:latin typeface="Consolas"/>
              </a:rPr>
              <a:t>incident(inc001, yes, yes, yes, yes, yes).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55117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credential_attack(I) :-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9806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    repeated_failed_logins(I),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4495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    unusual_login_location(I).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538728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account_compromise(I) :-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85616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    unusual_login_location(I),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32504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    privilege_escalation(I).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79392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526279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network_intrusion(I) :-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73167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    abnormal_network_traffic(I),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20055"/>
            <a:ext cx="6126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F5F8FC"/>
                </a:solidFill>
                <a:latin typeface="Consolas"/>
              </a:rPr>
              <a:t>    suspicious_file_access(I).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26679" y="1783080"/>
            <a:ext cx="3794760" cy="3749039"/>
          </a:xfrm>
          <a:prstGeom prst="roundRect">
            <a:avLst/>
          </a:prstGeom>
          <a:solidFill>
            <a:srgbClr val="0F1D37"/>
          </a:solidFill>
          <a:ln>
            <a:solidFill>
              <a:srgbClr val="203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1" y="2103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D3FF"/>
                </a:solidFill>
                <a:latin typeface="Aptos"/>
              </a:rPr>
              <a:t>KEY PROLOG CONCEPTS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28431" y="2606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5F8FC"/>
                </a:solidFill>
                <a:latin typeface="Aptos"/>
              </a:rPr>
              <a:t>• Facts → known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3044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5F8FC"/>
                </a:solidFill>
                <a:latin typeface="Aptos"/>
              </a:rPr>
              <a:t>• Rules → domain knowledge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34838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5F8FC"/>
                </a:solidFill>
                <a:latin typeface="Aptos"/>
              </a:rPr>
              <a:t>• Variables → reusable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39227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A6B5CC"/>
                </a:solidFill>
                <a:latin typeface="Aptos"/>
              </a:rPr>
              <a:t>• Unification → term matching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36168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A6B5CC"/>
                </a:solidFill>
                <a:latin typeface="Aptos"/>
              </a:rPr>
              <a:t>• Backtracking → alternatives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4800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A6B5CC"/>
                </a:solidFill>
                <a:latin typeface="Aptos"/>
              </a:rPr>
              <a:t>• Inference → new conclusions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05 / 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Two reasoning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C"/>
                </a:solidFill>
                <a:latin typeface="Aptos"/>
              </a:rPr>
              <a:t>The same knowledge base supports both data-driven and goal-driven reasoning.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C"/>
                </a:solidFill>
                <a:latin typeface="Aptos"/>
              </a:rPr>
              <a:t>CO5 • AT1   |   MOKSHITHA KILARI   | 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5303520" cy="3566160"/>
          </a:xfrm>
          <a:prstGeom prst="roundRect">
            <a:avLst/>
          </a:prstGeom>
          <a:solidFill>
            <a:srgbClr val="0F1D37"/>
          </a:solidFill>
          <a:ln>
            <a:solidFill>
              <a:srgbClr val="1E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D3FF"/>
                </a:solidFill>
                <a:latin typeface="Aptos"/>
              </a:rPr>
              <a:t>FORWARD CHAINING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5CC"/>
                </a:solidFill>
                <a:latin typeface="Aptos"/>
              </a:rPr>
              <a:t>DATA-DRIVEN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Initial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D3FF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7530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Applicable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2277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D3FF"/>
                </a:solidFill>
                <a:latin typeface="Aptos"/>
              </a:rP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702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New conclusions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61772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D3FF"/>
                </a:solidFill>
                <a:latin typeface="Aptos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6519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Response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5303520" cy="3566160"/>
          </a:xfrm>
          <a:prstGeom prst="roundRect">
            <a:avLst/>
          </a:prstGeom>
          <a:solidFill>
            <a:srgbClr val="0F1D37"/>
          </a:solidFill>
          <a:ln>
            <a:solidFill>
              <a:srgbClr val="1E39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174FF"/>
                </a:solidFill>
                <a:latin typeface="Aptos"/>
              </a:rPr>
              <a:t>BACKWARD CHAINING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B5CC"/>
                </a:solidFill>
                <a:latin typeface="Aptos"/>
              </a:rPr>
              <a:t>GOAL-DRIVEN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Target: high-priority incident?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22783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74FF"/>
                </a:solidFill>
                <a:latin typeface="Aptos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7530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Required sub-goals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22776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74FF"/>
                </a:solidFill>
                <a:latin typeface="Aptos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7024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Check supporting 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6177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174FF"/>
                </a:solidFill>
                <a:latin typeface="Aptos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965192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YES / 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01091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2DC9C"/>
                </a:solidFill>
                <a:latin typeface="Aptos"/>
              </a:rPr>
              <a:t>Best for continuous alert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01091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52DC9C"/>
                </a:solidFill>
                <a:latin typeface="Aptos"/>
              </a:rPr>
              <a:t>Best for verifying a specific hypothesis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06 /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Incident INC001 — end-to-end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C"/>
                </a:solidFill>
                <a:latin typeface="Aptos"/>
              </a:rPr>
              <a:t>Five indicators activate the complete diagnostic chain.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C"/>
                </a:solidFill>
                <a:latin typeface="Aptos"/>
              </a:rPr>
              <a:t>CO5 • AT1   |   MOKSHITHA KILARI   | 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1920240" cy="914400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13969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DC9C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1" y="207568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F5F8FC"/>
                </a:solidFill>
                <a:latin typeface="Aptos"/>
              </a:rPr>
              <a:t>Failed logins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874519"/>
            <a:ext cx="1920240" cy="914400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4952" y="213969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DC9C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07568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F5F8FC"/>
                </a:solidFill>
                <a:latin typeface="Aptos"/>
              </a:rPr>
              <a:t>Unusual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874519"/>
            <a:ext cx="1920240" cy="914400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85232" y="213969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DC9C"/>
                </a:solidFill>
                <a:latin typeface="Apto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0992" y="207568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F5F8FC"/>
                </a:solidFill>
                <a:latin typeface="Aptos"/>
              </a:rPr>
              <a:t>Privilege escalation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874519"/>
            <a:ext cx="1920240" cy="914400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25512" y="213969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DC9C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207568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F5F8FC"/>
                </a:solidFill>
                <a:latin typeface="Aptos"/>
              </a:rPr>
              <a:t>Suspicious files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874519"/>
            <a:ext cx="1920240" cy="914400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65792" y="213969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2DC9C"/>
                </a:solidFill>
                <a:latin typeface="Apto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1552" y="207568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1">
                <a:solidFill>
                  <a:srgbClr val="F5F8FC"/>
                </a:solidFill>
                <a:latin typeface="Aptos"/>
              </a:rPr>
              <a:t>Abnormal traffic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004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DERIVED THREATS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66160"/>
            <a:ext cx="3246120" cy="502920"/>
          </a:xfrm>
          <a:prstGeom prst="roundRect">
            <a:avLst/>
          </a:prstGeom>
          <a:solidFill>
            <a:srgbClr val="0F1D37"/>
          </a:solidFill>
          <a:ln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69417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875"/>
                </a:solidFill>
                <a:latin typeface="Aptos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6758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Credential attack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566160"/>
            <a:ext cx="3246120" cy="502920"/>
          </a:xfrm>
          <a:prstGeom prst="roundRect">
            <a:avLst/>
          </a:prstGeom>
          <a:solidFill>
            <a:srgbClr val="0F1D37"/>
          </a:solidFill>
          <a:ln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07992" y="369417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875"/>
                </a:solidFill>
                <a:latin typeface="Aptos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6758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Account compromise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1000" y="3566160"/>
            <a:ext cx="3246120" cy="502920"/>
          </a:xfrm>
          <a:prstGeom prst="roundRect">
            <a:avLst/>
          </a:prstGeom>
          <a:solidFill>
            <a:srgbClr val="0F1D37"/>
          </a:solidFill>
          <a:ln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65592" y="369417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875"/>
                </a:solidFill>
                <a:latin typeface="Aptos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67588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Unauthorized file access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279392"/>
            <a:ext cx="3246120" cy="502920"/>
          </a:xfrm>
          <a:prstGeom prst="roundRect">
            <a:avLst/>
          </a:prstGeom>
          <a:solidFill>
            <a:srgbClr val="0F1D37"/>
          </a:solidFill>
          <a:ln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4407407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875"/>
                </a:solidFill>
                <a:latin typeface="Aptos"/>
              </a:rPr>
              <a:t>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4389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Network intrusion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4279392"/>
            <a:ext cx="3246120" cy="502920"/>
          </a:xfrm>
          <a:prstGeom prst="roundRect">
            <a:avLst/>
          </a:prstGeom>
          <a:solidFill>
            <a:srgbClr val="0F1D37"/>
          </a:solidFill>
          <a:ln>
            <a:solidFill>
              <a:srgbClr val="0F1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07992" y="4407407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6875"/>
                </a:solidFill>
                <a:latin typeface="Aptos"/>
              </a:rPr>
              <a:t>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38912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High-priority incident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166360"/>
            <a:ext cx="10789920" cy="658368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37667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AD3FF"/>
                </a:solidFill>
                <a:latin typeface="Aptos"/>
              </a:rPr>
              <a:t>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5294376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F5F8FC"/>
                </a:solidFill>
                <a:latin typeface="Aptos"/>
              </a:rPr>
              <a:t>Reset MFA  •  Contain account  •  Isolate endpoint  •  Preserve logs  •  Escalate to SOC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3A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07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Why this expert system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5CC"/>
                </a:solidFill>
                <a:latin typeface="Aptos"/>
              </a:rPr>
              <a:t>A compact prototype that is transparent, testable and extensible.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A6B5CC"/>
                </a:solidFill>
                <a:latin typeface="Aptos"/>
              </a:rPr>
              <a:t>CO5 • AT1   |   MOKSHITHA KILARI   | 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429000" cy="1965960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221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AD3FF"/>
                </a:solidFill>
                <a:latin typeface="Aptos"/>
              </a:rPr>
              <a:t>EXPLAINABLE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5F8FC"/>
                </a:solidFill>
                <a:latin typeface="Aptos"/>
              </a:rPr>
              <a:t>Conclusions can be traced to supporting indicators.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429000" cy="1965960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09160" y="2221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2DC9C"/>
                </a:solidFill>
                <a:latin typeface="Aptos"/>
              </a:rPr>
              <a:t>CONSISTENT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7432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5F8FC"/>
                </a:solidFill>
                <a:latin typeface="Aptos"/>
              </a:rPr>
              <a:t>The same rule base applies consistent logic.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74519"/>
            <a:ext cx="3429000" cy="1965960"/>
          </a:xfrm>
          <a:prstGeom prst="roundRect">
            <a:avLst/>
          </a:prstGeom>
          <a:solidFill>
            <a:srgbClr val="0F1D37"/>
          </a:solidFill>
          <a:ln>
            <a:solidFill>
              <a:srgbClr val="1F3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0" y="22219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174FF"/>
                </a:solidFill>
                <a:latin typeface="Aptos"/>
              </a:rPr>
              <a:t>EXTENSIBLE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743200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0">
                <a:solidFill>
                  <a:srgbClr val="F5F8FC"/>
                </a:solidFill>
                <a:latin typeface="Aptos"/>
              </a:rPr>
              <a:t>New indicators, threats and response rules can be added.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51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3AD3FF"/>
                </a:solidFill>
                <a:latin typeface="Aptos"/>
              </a:rPr>
              <a:t>KEY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590288"/>
            <a:ext cx="10698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F8FC"/>
                </a:solidFill>
                <a:latin typeface="Aptos"/>
              </a:rPr>
              <a:t>SWI-Prolog provides a suitable rule-based platform for cybersecurity threat diagnosis, combining production rules, forward/backward inference, unification, backtracking and explainable responses.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06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AD3FF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622</Words>
  <Application>Microsoft Office PowerPoint</Application>
  <PresentationFormat>Widescreen</PresentationFormat>
  <Paragraphs>154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Mokshitha Kilari</dc:creator>
  <cp:keywords/>
  <dc:description>generated using python-pptx</dc:description>
  <cp:lastModifiedBy>Mokshitha Kilari</cp:lastModifiedBy>
  <cp:revision>2</cp:revision>
  <dcterms:created xsi:type="dcterms:W3CDTF">2013-01-27T09:14:16Z</dcterms:created>
  <dcterms:modified xsi:type="dcterms:W3CDTF">2026-08-27T19:25:38Z</dcterms:modified>
  <cp:category/>
</cp:coreProperties>
</file>